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4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AAD347D-5ACD-4C99-B74B-A9C85AD731AF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460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514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877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181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697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507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5987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145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271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19216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85030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8434765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99017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85175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10829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5122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316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9069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8EDC946-3BB9-CDA2-AE55-4886C7A3CEC0}"/>
              </a:ext>
            </a:extLst>
          </p:cNvPr>
          <p:cNvSpPr txBox="1"/>
          <p:nvPr/>
        </p:nvSpPr>
        <p:spPr>
          <a:xfrm>
            <a:off x="6350760" y="3546551"/>
            <a:ext cx="576055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Cascadia Code SemiBold" panose="020B0609020000020004" pitchFamily="49" charset="0"/>
                <a:ea typeface="Calibri"/>
                <a:cs typeface="Cascadia Code SemiBold" panose="020B0609020000020004" pitchFamily="49" charset="0"/>
              </a:rPr>
              <a:t>Encrypted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ED470F-795A-49CB-8584-826658A62F11}"/>
              </a:ext>
            </a:extLst>
          </p:cNvPr>
          <p:cNvSpPr txBox="1"/>
          <p:nvPr/>
        </p:nvSpPr>
        <p:spPr>
          <a:xfrm>
            <a:off x="7439835" y="2480453"/>
            <a:ext cx="31376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Team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9877F4-059B-5560-6166-5F2C67B78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012" y="1426714"/>
            <a:ext cx="5233189" cy="376947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CCDFB-BC03-E810-7469-F23AF5FF1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290024-5A54-1070-6436-A2D32E37B66C}"/>
              </a:ext>
            </a:extLst>
          </p:cNvPr>
          <p:cNvSpPr txBox="1"/>
          <p:nvPr/>
        </p:nvSpPr>
        <p:spPr>
          <a:xfrm>
            <a:off x="3462722" y="531656"/>
            <a:ext cx="526655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Cascadia Code SemiBold" panose="020B0609020000020004" pitchFamily="49" charset="0"/>
                <a:ea typeface="Calibri"/>
                <a:cs typeface="Cascadia Code SemiBold" panose="020B0609020000020004" pitchFamily="49" charset="0"/>
              </a:rPr>
              <a:t>Our</a:t>
            </a:r>
            <a:r>
              <a:rPr lang="en-US" sz="540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team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4A2AE9-3CE6-0C98-75FD-CDA387D7A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4296" y="2769087"/>
            <a:ext cx="1749086" cy="169396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D0ACF5-36E6-EBC5-07E4-238499D947AD}"/>
              </a:ext>
            </a:extLst>
          </p:cNvPr>
          <p:cNvSpPr txBox="1"/>
          <p:nvPr/>
        </p:nvSpPr>
        <p:spPr>
          <a:xfrm>
            <a:off x="1959428" y="4918510"/>
            <a:ext cx="143320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Maksim </a:t>
            </a:r>
            <a:r>
              <a:rPr lang="en-US" sz="2000" dirty="0" err="1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Iliev</a:t>
            </a:r>
            <a:r>
              <a:rPr lang="en-US" sz="200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9V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A1BEEB-0087-3151-01F1-AAEDDF5AFEAA}"/>
              </a:ext>
            </a:extLst>
          </p:cNvPr>
          <p:cNvSpPr txBox="1"/>
          <p:nvPr/>
        </p:nvSpPr>
        <p:spPr>
          <a:xfrm>
            <a:off x="4239804" y="4918510"/>
            <a:ext cx="150357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Iliyan Iliev 9V</a:t>
            </a:r>
          </a:p>
        </p:txBody>
      </p:sp>
      <p:pic>
        <p:nvPicPr>
          <p:cNvPr id="4" name="Picture 3" descr="A person in a white shirt&#10;&#10;AI-generated content may be incorrect.">
            <a:extLst>
              <a:ext uri="{FF2B5EF4-FFF2-40B4-BE49-F238E27FC236}">
                <a16:creationId xmlns:a16="http://schemas.microsoft.com/office/drawing/2014/main" id="{BFFDD190-CB94-202B-2525-467E5A862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118" y="2723038"/>
            <a:ext cx="1710954" cy="174001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EF03A4F-9C44-CE2A-FDBD-8D50D3D17F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9909" y="2769087"/>
            <a:ext cx="1753148" cy="174001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6B2FE7-A02E-A732-78D4-8017A99002B6}"/>
              </a:ext>
            </a:extLst>
          </p:cNvPr>
          <p:cNvSpPr txBox="1"/>
          <p:nvPr/>
        </p:nvSpPr>
        <p:spPr>
          <a:xfrm>
            <a:off x="6686335" y="4918510"/>
            <a:ext cx="16067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Martin</a:t>
            </a:r>
          </a:p>
          <a:p>
            <a:r>
              <a:rPr lang="en-US" sz="200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Zhelev 9V</a:t>
            </a:r>
            <a:endParaRPr lang="bg-BG" sz="2000" dirty="0">
              <a:solidFill>
                <a:schemeClr val="bg1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0FB823-AFC4-D37A-00AA-E63D28C9E0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9584" y="2723038"/>
            <a:ext cx="1897260" cy="186225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54AE828-C885-CB37-250F-F67BB9CB7A89}"/>
              </a:ext>
            </a:extLst>
          </p:cNvPr>
          <p:cNvSpPr txBox="1"/>
          <p:nvPr/>
        </p:nvSpPr>
        <p:spPr>
          <a:xfrm>
            <a:off x="9283942" y="4918510"/>
            <a:ext cx="18972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Georgi </a:t>
            </a:r>
          </a:p>
          <a:p>
            <a:r>
              <a:rPr lang="en-US" sz="200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Nikolov 9A</a:t>
            </a:r>
            <a:endParaRPr lang="bg-BG" sz="2000" dirty="0">
              <a:solidFill>
                <a:schemeClr val="bg1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0256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EDD09-C7CE-170C-A5B3-0D3AF947A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F27365-DC0E-0FE7-D63D-0FFE8B892C57}"/>
              </a:ext>
            </a:extLst>
          </p:cNvPr>
          <p:cNvSpPr txBox="1"/>
          <p:nvPr/>
        </p:nvSpPr>
        <p:spPr>
          <a:xfrm>
            <a:off x="2423584" y="571909"/>
            <a:ext cx="891460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Used technologies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11DE1A-6E10-A2C3-5174-DEEE7A75A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8371" y="1712104"/>
            <a:ext cx="2180167" cy="2116667"/>
          </a:xfrm>
          <a:prstGeom prst="rect">
            <a:avLst/>
          </a:prstGeom>
        </p:spPr>
      </p:pic>
      <p:pic>
        <p:nvPicPr>
          <p:cNvPr id="10" name="Picture 9" descr="A blue square with white letter on it&#10;&#10;AI-generated content may be incorrect.">
            <a:extLst>
              <a:ext uri="{FF2B5EF4-FFF2-40B4-BE49-F238E27FC236}">
                <a16:creationId xmlns:a16="http://schemas.microsoft.com/office/drawing/2014/main" id="{3415590F-9208-EAEA-FA28-0F5118323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71" y="4307416"/>
            <a:ext cx="2012426" cy="1873251"/>
          </a:xfrm>
          <a:prstGeom prst="rect">
            <a:avLst/>
          </a:prstGeom>
        </p:spPr>
      </p:pic>
      <p:pic>
        <p:nvPicPr>
          <p:cNvPr id="11" name="Picture 10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BC206CD8-8D4C-C711-C5AA-F3FE50EDB2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4621" y="4265082"/>
            <a:ext cx="2029884" cy="197167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6141FDC-8BCD-98B6-1348-EC37758733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2538" y="4053418"/>
            <a:ext cx="3735917" cy="218016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70E3727-99E2-3C28-0C86-24EC73E3F4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9081" y="1644354"/>
            <a:ext cx="2180167" cy="2180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489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4F3AF6-5D5A-4C6D-AC83-58B53578D536}"/>
              </a:ext>
            </a:extLst>
          </p:cNvPr>
          <p:cNvSpPr txBox="1"/>
          <p:nvPr/>
        </p:nvSpPr>
        <p:spPr>
          <a:xfrm>
            <a:off x="2035917" y="810483"/>
            <a:ext cx="92067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Used Languages and Libraries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0A7827C-2079-FDD6-7683-57AD53334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916" y="2845837"/>
            <a:ext cx="2576803" cy="257680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AC6CD5-3F3E-E523-25E5-590A51249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6173" y="2556588"/>
            <a:ext cx="2692514" cy="3031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660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FE7CF-C48F-2780-05CC-982689482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909DDE-24D2-D425-35A2-5470F1A62644}"/>
              </a:ext>
            </a:extLst>
          </p:cNvPr>
          <p:cNvSpPr txBox="1"/>
          <p:nvPr/>
        </p:nvSpPr>
        <p:spPr>
          <a:xfrm>
            <a:off x="3616761" y="586939"/>
            <a:ext cx="46178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Our goal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0089B1-6061-326D-7360-9CE849665637}"/>
              </a:ext>
            </a:extLst>
          </p:cNvPr>
          <p:cNvSpPr txBox="1"/>
          <p:nvPr/>
        </p:nvSpPr>
        <p:spPr>
          <a:xfrm>
            <a:off x="2397966" y="2845836"/>
            <a:ext cx="389086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Create a working Grading Platform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solidFill>
                <a:schemeClr val="bg1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Practice Teamwork</a:t>
            </a:r>
            <a:endParaRPr lang="bg-BG" sz="2800" dirty="0">
              <a:solidFill>
                <a:schemeClr val="bg1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7E571B-C352-7692-AD34-C428C97E9262}"/>
              </a:ext>
            </a:extLst>
          </p:cNvPr>
          <p:cNvSpPr txBox="1"/>
          <p:nvPr/>
        </p:nvSpPr>
        <p:spPr>
          <a:xfrm>
            <a:off x="6904653" y="2736502"/>
            <a:ext cx="389086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3. Expanding our programming skills</a:t>
            </a:r>
          </a:p>
          <a:p>
            <a:endParaRPr lang="en-US" sz="2800" dirty="0">
              <a:solidFill>
                <a:schemeClr val="bg1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r>
              <a:rPr lang="en-US" sz="280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4. Learn from out mistakes</a:t>
            </a:r>
          </a:p>
        </p:txBody>
      </p:sp>
    </p:spTree>
    <p:extLst>
      <p:ext uri="{BB962C8B-B14F-4D97-AF65-F5344CB8AC3E}">
        <p14:creationId xmlns:p14="http://schemas.microsoft.com/office/powerpoint/2010/main" val="4092800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9F62A-0A48-24A6-0677-24075EEAF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69DE6F-675C-D0A2-76E2-E4F7B57AB446}"/>
              </a:ext>
            </a:extLst>
          </p:cNvPr>
          <p:cNvSpPr txBox="1"/>
          <p:nvPr/>
        </p:nvSpPr>
        <p:spPr>
          <a:xfrm>
            <a:off x="993555" y="2841799"/>
            <a:ext cx="1020489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Let's get to the project!</a:t>
            </a:r>
          </a:p>
        </p:txBody>
      </p:sp>
    </p:spTree>
    <p:extLst>
      <p:ext uri="{BB962C8B-B14F-4D97-AF65-F5344CB8AC3E}">
        <p14:creationId xmlns:p14="http://schemas.microsoft.com/office/powerpoint/2010/main" val="2059057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113</TotalTime>
  <Words>49</Words>
  <Application>Microsoft Office PowerPoint</Application>
  <PresentationFormat>Widescreen</PresentationFormat>
  <Paragraphs>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Cascadia Code SemiBold</vt:lpstr>
      <vt:lpstr>Tw Cen MT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Максим Илиянов Илиев</cp:lastModifiedBy>
  <cp:revision>324</cp:revision>
  <dcterms:created xsi:type="dcterms:W3CDTF">2025-12-07T19:01:27Z</dcterms:created>
  <dcterms:modified xsi:type="dcterms:W3CDTF">2026-05-15T17:05:31Z</dcterms:modified>
</cp:coreProperties>
</file>